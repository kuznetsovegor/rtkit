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238ccf5d664c1f" /><Relationship Type="http://schemas.openxmlformats.org/officeDocument/2006/relationships/extended-properties" Target="/docProps/app.xml" Id="R6c19cb7c891e4885" /><Relationship Type="http://schemas.openxmlformats.org/officeDocument/2006/relationships/officeDocument" Target="/ppt/presentation.xml" Id="R81aeddbbede945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accb1068f14934"/>
  </p:sldMasterIdLst>
  <p:notesMasterIdLst>
    <p:notesMasterId xmlns:r="http://schemas.openxmlformats.org/officeDocument/2006/relationships" r:id="Rfd2297cab3b34055"/>
  </p:notesMasterIdLst>
  <p:sldIdLst>
    <p:sldId xmlns:r="http://schemas.openxmlformats.org/officeDocument/2006/relationships" id="256" r:id="Rf81ea9b20e6a46ad"/>
    <p:sldId xmlns:r="http://schemas.openxmlformats.org/officeDocument/2006/relationships" id="257" r:id="Rd5de400da3d24dee"/>
    <p:sldId xmlns:r="http://schemas.openxmlformats.org/officeDocument/2006/relationships" id="258" r:id="R3fc21446cc1942fe"/>
    <p:sldId xmlns:r="http://schemas.openxmlformats.org/officeDocument/2006/relationships" id="259" r:id="R71be224af9824ea1"/>
    <p:sldId xmlns:r="http://schemas.openxmlformats.org/officeDocument/2006/relationships" id="260" r:id="R93e6411eba6f476f"/>
    <p:sldId xmlns:r="http://schemas.openxmlformats.org/officeDocument/2006/relationships" id="261" r:id="Re189db9c9f9849f2"/>
    <p:sldId xmlns:r="http://schemas.openxmlformats.org/officeDocument/2006/relationships" id="262" r:id="Rca4051cde15c4a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ffe8bdabed488a" /><Relationship Type="http://schemas.openxmlformats.org/officeDocument/2006/relationships/slideMaster" Target="/ppt/slideMasters/slideMaster1.xml" Id="R08accb1068f14934" /><Relationship Type="http://schemas.openxmlformats.org/officeDocument/2006/relationships/notesMaster" Target="/ppt/notesMasters/notesMaster1.xml" Id="Rfd2297cab3b34055" /><Relationship Type="http://schemas.openxmlformats.org/officeDocument/2006/relationships/presProps" Target="/ppt/presProps.xml" Id="R6510c659d71a44ec" /><Relationship Type="http://schemas.openxmlformats.org/officeDocument/2006/relationships/viewProps" Target="/ppt/viewProps.xml" Id="Ra81fdd9a1126436f" /><Relationship Type="http://schemas.openxmlformats.org/officeDocument/2006/relationships/tableStyles" Target="/ppt/tableStyles.xml" Id="Rfeade9eef3f24c9d" /><Relationship Type="http://schemas.openxmlformats.org/officeDocument/2006/relationships/slide" Target="/ppt/slides/slide1.xml" Id="Rf81ea9b20e6a46ad" /><Relationship Type="http://schemas.openxmlformats.org/officeDocument/2006/relationships/slide" Target="/ppt/slides/slide2.xml" Id="Rd5de400da3d24dee" /><Relationship Type="http://schemas.openxmlformats.org/officeDocument/2006/relationships/slide" Target="/ppt/slides/slide3.xml" Id="R3fc21446cc1942fe" /><Relationship Type="http://schemas.openxmlformats.org/officeDocument/2006/relationships/slide" Target="/ppt/slides/slide4.xml" Id="R71be224af9824ea1" /><Relationship Type="http://schemas.openxmlformats.org/officeDocument/2006/relationships/slide" Target="/ppt/slides/slide5.xml" Id="R93e6411eba6f476f" /><Relationship Type="http://schemas.openxmlformats.org/officeDocument/2006/relationships/slide" Target="/ppt/slides/slide6.xml" Id="Re189db9c9f9849f2" /><Relationship Type="http://schemas.openxmlformats.org/officeDocument/2006/relationships/slide" Target="/ppt/slides/slide7.xml" Id="Rca4051cde15c4a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3b9df6b5654b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9abc2f00614ca8" /><Relationship Type="http://schemas.openxmlformats.org/officeDocument/2006/relationships/notesMaster" Target="/ppt/notesMasters/notesMaster1.xml" Id="R1487c381cb7d4c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20d23c20c140fc" /><Relationship Type="http://schemas.openxmlformats.org/officeDocument/2006/relationships/notesMaster" Target="/ppt/notesMasters/notesMaster1.xml" Id="R574cf3ce0b9542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13d44eba924ae9" /><Relationship Type="http://schemas.openxmlformats.org/officeDocument/2006/relationships/notesMaster" Target="/ppt/notesMasters/notesMaster1.xml" Id="R9942db8ac4cb43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51d5826405403f" /><Relationship Type="http://schemas.openxmlformats.org/officeDocument/2006/relationships/notesMaster" Target="/ppt/notesMasters/notesMaster1.xml" Id="R65df2703682e46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672878beda45b1" /><Relationship Type="http://schemas.openxmlformats.org/officeDocument/2006/relationships/notesMaster" Target="/ppt/notesMasters/notesMaster1.xml" Id="R50dcf93484eb4e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69bea1ce4a41f9" /><Relationship Type="http://schemas.openxmlformats.org/officeDocument/2006/relationships/notesMaster" Target="/ppt/notesMasters/notesMaster1.xml" Id="R295029b8262841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ad0bcda14c419e" /><Relationship Type="http://schemas.openxmlformats.org/officeDocument/2006/relationships/notesMaster" Target="/ppt/notesMasters/notesMaster1.xml" Id="Ra2174600ff5f4c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b82cdf55a4d6e" /><Relationship Type="http://schemas.openxmlformats.org/officeDocument/2006/relationships/image" Target="/ppt/media/image2.png" Id="Rdc589a2852d34a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267b45bbf840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b3822961f40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16d5ba838f4f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e4cd9d29b49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c30ee46df424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f421b5ac0402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9b46f683b449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7bdb5b997d479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cb98eac824a8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630a3433c419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5938bbb74493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7ec11c2a53407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245629b85485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5a18d37bd44e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04931cabd440a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360c95ece465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7065860314932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62a16fe364d2c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78008bb16408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28d905d1d4fa6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d0da2996f1476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da0656a44429f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dc589a2852d34a4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81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96c10de0c634c8e" /><Relationship Type="http://schemas.openxmlformats.org/officeDocument/2006/relationships/theme" Target="/ppt/slideMasters/theme/theme2.xml" Id="R923dd9d7a1cf4ce7" /><Relationship Type="http://schemas.openxmlformats.org/officeDocument/2006/relationships/slideLayout" Target="/ppt/slideLayouts/slideLayout1.xml" Id="R76f6d86f07634610" /><Relationship Type="http://schemas.openxmlformats.org/officeDocument/2006/relationships/slideLayout" Target="/ppt/slideLayouts/slideLayout2.xml" Id="R6efb3f26d07842fc" /><Relationship Type="http://schemas.openxmlformats.org/officeDocument/2006/relationships/slideLayout" Target="/ppt/slideLayouts/slideLayout3.xml" Id="R8bb483a324624bad" /><Relationship Type="http://schemas.openxmlformats.org/officeDocument/2006/relationships/slideLayout" Target="/ppt/slideLayouts/slideLayout4.xml" Id="R3cb6ec9b154b4181" /><Relationship Type="http://schemas.openxmlformats.org/officeDocument/2006/relationships/slideLayout" Target="/ppt/slideLayouts/slideLayout5.xml" Id="R97f51ad3647a488e" /><Relationship Type="http://schemas.openxmlformats.org/officeDocument/2006/relationships/slideLayout" Target="/ppt/slideLayouts/slideLayout6.xml" Id="Rb3045012e3c744b6" /><Relationship Type="http://schemas.openxmlformats.org/officeDocument/2006/relationships/slideLayout" Target="/ppt/slideLayouts/slideLayout7.xml" Id="Re8d96bd1ab0e40fe" /><Relationship Type="http://schemas.openxmlformats.org/officeDocument/2006/relationships/slideLayout" Target="/ppt/slideLayouts/slideLayout8.xml" Id="Ra0fcf03472d847a2" /><Relationship Type="http://schemas.openxmlformats.org/officeDocument/2006/relationships/slideLayout" Target="/ppt/slideLayouts/slideLayout9.xml" Id="Rf646afe68a244d3d" /><Relationship Type="http://schemas.openxmlformats.org/officeDocument/2006/relationships/slideLayout" Target="/ppt/slideLayouts/slideLayout10.xml" Id="Redd0b21bd67e46ec" /><Relationship Type="http://schemas.openxmlformats.org/officeDocument/2006/relationships/slideLayout" Target="/ppt/slideLayouts/slideLayout11.xml" Id="Re98855ae61bd4dd8" /><Relationship Type="http://schemas.openxmlformats.org/officeDocument/2006/relationships/slideLayout" Target="/ppt/slideLayouts/slideLayout12.xml" Id="R8443528af0974d64" /><Relationship Type="http://schemas.openxmlformats.org/officeDocument/2006/relationships/slideLayout" Target="/ppt/slideLayouts/slideLayout13.xml" Id="R8fb38a40d07d49d2" /><Relationship Type="http://schemas.openxmlformats.org/officeDocument/2006/relationships/slideLayout" Target="/ppt/slideLayouts/slideLayout14.xml" Id="R885ac694cecc4cc6" /><Relationship Type="http://schemas.openxmlformats.org/officeDocument/2006/relationships/slideLayout" Target="/ppt/slideLayouts/slideLayout15.xml" Id="Re08d045462474659" /><Relationship Type="http://schemas.openxmlformats.org/officeDocument/2006/relationships/slideLayout" Target="/ppt/slideLayouts/slideLayout16.xml" Id="Rd244d529ce2447ec" /><Relationship Type="http://schemas.openxmlformats.org/officeDocument/2006/relationships/slideLayout" Target="/ppt/slideLayouts/slideLayout17.xml" Id="R08be4c8aefbc49ea" /><Relationship Type="http://schemas.openxmlformats.org/officeDocument/2006/relationships/slideLayout" Target="/ppt/slideLayouts/slideLayout18.xml" Id="Re75716b3e2654bd2" /><Relationship Type="http://schemas.openxmlformats.org/officeDocument/2006/relationships/slideLayout" Target="/ppt/slideLayouts/slideLayout19.xml" Id="R143bedb4be3d41b5" /><Relationship Type="http://schemas.openxmlformats.org/officeDocument/2006/relationships/slideLayout" Target="/ppt/slideLayouts/slideLayout20.xml" Id="R8903097f70a649cd" /><Relationship Type="http://schemas.openxmlformats.org/officeDocument/2006/relationships/slideLayout" Target="/ppt/slideLayouts/slideLayout21.xml" Id="R82af59c750cc40e8" /><Relationship Type="http://schemas.openxmlformats.org/officeDocument/2006/relationships/slideLayout" Target="/ppt/slideLayouts/slideLayout22.xml" Id="R44858006bc504146" /><Relationship Type="http://schemas.openxmlformats.org/officeDocument/2006/relationships/slideLayout" Target="/ppt/slideLayouts/slideLayout23.xml" Id="R15475742e2a949ce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96c10de0c634c8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f6d86f07634610"/>
    <p:sldLayoutId xmlns:r="http://schemas.openxmlformats.org/officeDocument/2006/relationships" id="2147483650" r:id="R6efb3f26d07842fc"/>
    <p:sldLayoutId xmlns:r="http://schemas.openxmlformats.org/officeDocument/2006/relationships" id="2147483651" r:id="R8bb483a324624bad"/>
    <p:sldLayoutId xmlns:r="http://schemas.openxmlformats.org/officeDocument/2006/relationships" id="2147483652" r:id="R3cb6ec9b154b4181"/>
    <p:sldLayoutId xmlns:r="http://schemas.openxmlformats.org/officeDocument/2006/relationships" id="2147483653" r:id="R97f51ad3647a488e"/>
    <p:sldLayoutId xmlns:r="http://schemas.openxmlformats.org/officeDocument/2006/relationships" id="2147483654" r:id="Rb3045012e3c744b6"/>
    <p:sldLayoutId xmlns:r="http://schemas.openxmlformats.org/officeDocument/2006/relationships" id="2147483655" r:id="Re8d96bd1ab0e40fe"/>
    <p:sldLayoutId xmlns:r="http://schemas.openxmlformats.org/officeDocument/2006/relationships" id="2147483656" r:id="Ra0fcf03472d847a2"/>
    <p:sldLayoutId xmlns:r="http://schemas.openxmlformats.org/officeDocument/2006/relationships" id="2147483657" r:id="Rf646afe68a244d3d"/>
    <p:sldLayoutId xmlns:r="http://schemas.openxmlformats.org/officeDocument/2006/relationships" id="2147483658" r:id="Redd0b21bd67e46ec"/>
    <p:sldLayoutId xmlns:r="http://schemas.openxmlformats.org/officeDocument/2006/relationships" id="2147483659" r:id="Re98855ae61bd4dd8"/>
    <p:sldLayoutId xmlns:r="http://schemas.openxmlformats.org/officeDocument/2006/relationships" id="2147483660" r:id="R8443528af0974d64"/>
    <p:sldLayoutId xmlns:r="http://schemas.openxmlformats.org/officeDocument/2006/relationships" id="2147483661" r:id="R8fb38a40d07d49d2"/>
    <p:sldLayoutId xmlns:r="http://schemas.openxmlformats.org/officeDocument/2006/relationships" id="2147483662" r:id="R885ac694cecc4cc6"/>
    <p:sldLayoutId xmlns:r="http://schemas.openxmlformats.org/officeDocument/2006/relationships" id="2147483663" r:id="Re08d045462474659"/>
    <p:sldLayoutId xmlns:r="http://schemas.openxmlformats.org/officeDocument/2006/relationships" id="2147483664" r:id="Rd244d529ce2447ec"/>
    <p:sldLayoutId xmlns:r="http://schemas.openxmlformats.org/officeDocument/2006/relationships" id="2147483665" r:id="R08be4c8aefbc49ea"/>
    <p:sldLayoutId xmlns:r="http://schemas.openxmlformats.org/officeDocument/2006/relationships" id="2147483666" r:id="Re75716b3e2654bd2"/>
    <p:sldLayoutId xmlns:r="http://schemas.openxmlformats.org/officeDocument/2006/relationships" id="2147483667" r:id="R143bedb4be3d41b5"/>
    <p:sldLayoutId xmlns:r="http://schemas.openxmlformats.org/officeDocument/2006/relationships" id="2147483668" r:id="R8903097f70a649cd"/>
    <p:sldLayoutId xmlns:r="http://schemas.openxmlformats.org/officeDocument/2006/relationships" id="2147483669" r:id="R82af59c750cc40e8"/>
    <p:sldLayoutId xmlns:r="http://schemas.openxmlformats.org/officeDocument/2006/relationships" id="2147483670" r:id="R44858006bc504146"/>
    <p:sldLayoutId xmlns:r="http://schemas.openxmlformats.org/officeDocument/2006/relationships" id="2147483671" r:id="R15475742e2a949ce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1dbeaa5ca40f0" /><Relationship Type="http://schemas.openxmlformats.org/officeDocument/2006/relationships/notesSlide" Target="/ppt/notesSlides/notesSlide1.xml" Id="R7220ce9d2a2945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c3861717b646f7" /><Relationship Type="http://schemas.openxmlformats.org/officeDocument/2006/relationships/image" Target="/ppt/media/image3.png" Id="Rd008ea8aad6b4280" /><Relationship Type="http://schemas.openxmlformats.org/officeDocument/2006/relationships/notesSlide" Target="/ppt/notesSlides/notesSlide2.xml" Id="R0d037ac3df9642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c9fbf477faf4abd" /><Relationship Type="http://schemas.openxmlformats.org/officeDocument/2006/relationships/image" Target="/ppt/media/image.png" Id="R1154336402af4e5f" /><Relationship Type="http://schemas.openxmlformats.org/officeDocument/2006/relationships/notesSlide" Target="/ppt/notesSlides/notesSlide3.xml" Id="Rb12c56c163de4f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34fb103e00844bf" /><Relationship Type="http://schemas.openxmlformats.org/officeDocument/2006/relationships/image" Target="/ppt/media/image4.png" Id="R70b87daccd3c43fb" /><Relationship Type="http://schemas.openxmlformats.org/officeDocument/2006/relationships/notesSlide" Target="/ppt/notesSlides/notesSlide4.xml" Id="Red42d1dd805c4c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7f661bcb1fb422a" /><Relationship Type="http://schemas.openxmlformats.org/officeDocument/2006/relationships/image" Target="/ppt/media/image.png" Id="R6432847bc2034a80" /><Relationship Type="http://schemas.openxmlformats.org/officeDocument/2006/relationships/notesSlide" Target="/ppt/notesSlides/notesSlide5.xml" Id="R1aae5b155e1d4e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e8838006ebd4723" /><Relationship Type="http://schemas.openxmlformats.org/officeDocument/2006/relationships/image" Target="/ppt/media/image.png" Id="Rc6efc03a70c34ec6" /><Relationship Type="http://schemas.openxmlformats.org/officeDocument/2006/relationships/notesSlide" Target="/ppt/notesSlides/notesSlide6.xml" Id="Ra7c6aae7d9824b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48efbaccecf4fd5" /><Relationship Type="http://schemas.openxmlformats.org/officeDocument/2006/relationships/image" Target="/ppt/media/image.png" Id="Rb51743aa489f4025" /><Relationship Type="http://schemas.openxmlformats.org/officeDocument/2006/relationships/notesSlide" Target="/ppt/notesSlides/notesSlide7.xml" Id="Rfc166fb25ff34df5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buNone/>
            </a:pPr>
            <a:r>
              <a:t>RTK CRM</a:t>
            </a:r>
            <a:endParaRPr sz="480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buNone/>
            </a:pPr>
            <a:r>
              <a:t>CRM для ИТ Школы Ростелекома</a:t>
            </a:r>
            <a:endParaRPr/>
          </a:p>
          <a:p>
            <a:pPr indent="268288">
              <a:buNone/>
            </a:pPr>
            <a:r>
              <a:t>Кейс «Бизнес 6» · ЛЦТ 2026</a:t>
            </a:r>
            <a:endParaRPr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d008ea8aad6b428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Одна рабочая очередь связывает этап, следующую задачу, историю и контроль руководителя.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Капитан: [ФИО и специальность]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Кол-во участников: [указать]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Команда: [место работы/учёбы]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Город и регион: [указать]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CRM ведёт три независимых процесса: партнёрство с вузом, индивидуальное и корпоративное обучение.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52DCC5B9-D646-4B76-891F-6FF4E74E9CB4}" type="slidenum">
              <a:rPr sz="1200">
                <a:solidFill>
                  <a:schemeClr val="accent5"/>
                </a:solidFill>
              </a:rPr>
              <a:t>8</a:t>
            </a:fld>
            <a:endParaRPr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1154336402af4e5f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Роль: [указать]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Мессенджер: [указать]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Телефон: [указать]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Работа/учёба: [указать]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[Имя Фамилия]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Роль: [указать]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Мессенджер: [указать]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Телефон: [указать]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Работа/учёба: [указать]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[Имя Фамилия]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Роль: [указать]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Мессенджер: [указать]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Телефон: [указать]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Работа/учёба: [указать]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[Имя Фамилия]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Роль: [указать]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Мессенджер: [указать]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Телефон: [указать]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Работа/учёба: [указать]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[Имя Фамилия]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bg1"/>
                </a:solidFill>
              </a:rPr>
              <a:t>9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 RTK CRM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 fontScale="100000"/>
          </a:bodyPr>
          <a:lstStyle/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Роль: [указать]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Мессенджер: [указать]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Телефон: [указать]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Работа/учёба: [указать]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[Имя Фамилия]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70b87daccd3c43fb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accent5"/>
                </a:solidFill>
              </a:rPr>
              <a:t>10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КОМАНДА RTK CRM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 fontScale="10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[Команда: укажите, как вы собрались, где учитесь или работаете и участвовали ли вместе в других проектах.]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Мы разделили три процесса, сохранили подробные пункты вузовского маршрута и добавили историю действий. CMS и LMS показаны через локальные HTTP mock. Реальные API заказчика ещё не подключены.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/>
            <a:r>
              <a:rPr b="1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Проблема: три вида заявок и долгий вузовский маршрут трудно контролировать в разрозненных таблицах.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вы выбрали именно эту задачу </a:t>
            </a:r>
            <a:br/>
            <a:r>
              <a:rPr b="1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6432847bc2034a80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bg1"/>
                </a:solidFill>
              </a:rPr>
              <a:t>11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 fontScale="100000"/>
          </a:bodyPr>
          <a:lstStyle/>
          <a:p>
            <a:r>
              <a:rPr sz="1400">
                <a:solidFill>
                  <a:schemeClr val="tx1"/>
                </a:solidFill>
              </a:rPr>
              <a:t>React + TypeScript, Fastify, PostgreSQL и Keycloak. Сервер проверяет роли и область доступа к карточкам, файлам и отчётам. Общая схема вузов меняется с предпросмотром переноса заявок. Двусторонний CMS/LMS обмен показан на локальных HTTP mock.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 fontScale="100000"/>
          </a:bodyPr>
          <a:lstStyle/>
          <a:p>
            <a:r>
              <a:rPr sz="1400">
                <a:solidFill>
                  <a:schemeClr val="tx1"/>
                </a:solidFill>
              </a:rPr>
              <a:t>Публичный стенд помогает жюри проверить путь заявки. Следующий этап — сверка контрактов с реальными CMS/LMS и испытания в контуре заказчика. Для демо просим вводить только синтетические данные.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  <a:buNone/>
            </a:pP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6efc03a70c34ec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ДЕМО-СЦЕНАРИЙ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5F513-3D0D-4FE2-AE4D-DC23C8B4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572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95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1. Отправьте вымышленную заявку: crm.futura.team/request/</a:t>
            </a:r>
          </a:p>
          <a:p xmlns:a="http://schemas.openxmlformats.org/drawingml/2006/main">
            <a:pPr>
              <a:defRPr sz="195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95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2. КАМ открывает новую активность в очереди и ведёт следующий шаг</a:t>
            </a:r>
          </a:p>
          <a:p xmlns:a="http://schemas.openxmlformats.org/drawingml/2006/main">
            <a:pPr>
              <a:defRPr sz="195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95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3. Руководитель видит этапы портфеля и переходит к нужной активности</a:t>
            </a:r>
          </a:p>
          <a:p xmlns:a="http://schemas.openxmlformats.org/drawingml/2006/main">
            <a:pPr>
              <a:defRPr sz="195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95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4. Отчёт сохраняет срез данных, выгрузка повторно проверяет права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51743aa489f402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266006"/>
            <a:ext cx="5354638" cy="6331643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2700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 xmlns:a="http://schemas.openxmlformats.org/drawingml/2006/main"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14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2040" y="496888"/>
            <a:ext cx="4781233" cy="4159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ГРАНИЦЫ И МАТЕРИАЛЫ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97D71A7D-1E9E-F7B1-53EA-139E488DA22F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096001" y="0"/>
            <a:ext cx="6096000" cy="6857999"/>
          </a:xfrm>
        </p:spPr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95433" y="1143695"/>
            <a:ext cx="4807840" cy="4717356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50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Публичный стенд: crm.futura.team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50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50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Документация и ограничения: README, PRODUCT, INTEGRATIONS, QUALITY в репозитории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50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50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Данные и аккаунты стенда синтетические. CMS/LMS — локальные HTTP mock, реальные системы заказчика не подключены. Просим вводить только вымышленные данные.</a:t>
            </a:r>
            <a:endParaRPr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2026-09-29T12:21:13.3300000Z</dcterms:created>
  <dcterms:modified xsi:type="dcterms:W3CDTF">2026-09-29T12:21:13.3300000Z</dcterms:modified>
</coreProperties>
</file>